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484245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544896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51273004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2235071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4828911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0318319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2931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52169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3531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00718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2948113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536345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003240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787966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8554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787008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627922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45050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34250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10230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5779866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238843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538306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874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61673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599473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619330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053479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6200030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7174694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499883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423504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228344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3423900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192410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3899624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279614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2094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58616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4514263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5033450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41488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84656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409575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775069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2943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657986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9198406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5149712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588208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04070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074328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114945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73420389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054068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139450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2394922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24019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3885501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01795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305821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17327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22379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802357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238692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62187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580603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3401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817262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495862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0083808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8548608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090259" name="Arc 773505673"/>
          <p:cNvSpPr/>
          <p:nvPr/>
        </p:nvSpPr>
        <p:spPr bwMode="auto">
          <a:xfrm rot="0" flipH="0" flipV="0">
            <a:off x="2904051" y="1170986"/>
            <a:ext cx="4572000" cy="4572000"/>
          </a:xfrm>
          <a:prstGeom prst="arc">
            <a:avLst>
              <a:gd name="adj1" fmla="val 21514483"/>
              <a:gd name="adj2" fmla="val 3939280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cxnSp>
        <p:nvCxnSpPr>
          <p:cNvPr id="1598137037" name=""/>
          <p:cNvCxnSpPr/>
          <p:nvPr/>
        </p:nvCxnSpPr>
        <p:spPr bwMode="auto">
          <a:xfrm rot="0" flipH="0" flipV="1">
            <a:off x="3685032" y="3383280"/>
            <a:ext cx="4024312" cy="0"/>
          </a:xfrm>
          <a:prstGeom prst="line">
            <a:avLst/>
          </a:prstGeom>
          <a:ln w="12699" cap="flat" cmpd="sng" algn="ctr">
            <a:solidFill>
              <a:srgbClr val="000000"/>
            </a:solidFill>
            <a:prstDash val="lgDash"/>
            <a:miter lim="800000"/>
            <a:tailEnd type="stealth" w="sm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2862355" name=""/>
          <p:cNvCxnSpPr/>
          <p:nvPr/>
        </p:nvCxnSpPr>
        <p:spPr bwMode="auto">
          <a:xfrm rot="0" flipH="0" flipV="1">
            <a:off x="5697187" y="1589356"/>
            <a:ext cx="0" cy="3403274"/>
          </a:xfrm>
          <a:prstGeom prst="line">
            <a:avLst/>
          </a:prstGeom>
          <a:ln w="12699" cap="flat" cmpd="sng" algn="ctr">
            <a:solidFill>
              <a:srgbClr val="000000"/>
            </a:solidFill>
            <a:prstDash val="lgDash"/>
            <a:miter lim="800000"/>
            <a:tailEnd type="stealth" w="sm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3136199" name=""/>
          <p:cNvSpPr/>
          <p:nvPr/>
        </p:nvSpPr>
        <p:spPr bwMode="auto">
          <a:xfrm rot="1800072" flipH="0" flipV="0">
            <a:off x="5058753" y="1471740"/>
            <a:ext cx="685286" cy="3480134"/>
          </a:xfrm>
          <a:prstGeom prst="rect">
            <a:avLst/>
          </a:prstGeom>
          <a:solidFill>
            <a:srgbClr val="92D050">
              <a:alpha val="63999"/>
            </a:srgbClr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57347675" name="Arc 773505673"/>
          <p:cNvSpPr/>
          <p:nvPr/>
        </p:nvSpPr>
        <p:spPr bwMode="auto">
          <a:xfrm rot="0" flipH="0" flipV="0">
            <a:off x="4325587" y="2020823"/>
            <a:ext cx="2743199" cy="2743199"/>
          </a:xfrm>
          <a:prstGeom prst="arc">
            <a:avLst>
              <a:gd name="adj1" fmla="val 5416035"/>
              <a:gd name="adj2" fmla="val 7226048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768890442" name=""/>
          <p:cNvSpPr txBox="1"/>
          <p:nvPr/>
        </p:nvSpPr>
        <p:spPr bwMode="auto">
          <a:xfrm rot="0" flipH="0" flipV="0">
            <a:off x="5000580" y="4637023"/>
            <a:ext cx="427475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ndale Mono"/>
                <a:ea typeface="Andale Mono"/>
                <a:cs typeface="Andale Mono"/>
              </a:rPr>
              <a:t>θ</a:t>
            </a:r>
            <a:r>
              <a:rPr sz="1400" baseline="-25000">
                <a:latin typeface="Andale Mono"/>
                <a:ea typeface="Andale Mono"/>
                <a:cs typeface="Andale Mono"/>
              </a:rPr>
              <a:t>cr</a:t>
            </a:r>
            <a:endParaRPr sz="1400" baseline="-25000"/>
          </a:p>
        </p:txBody>
      </p:sp>
      <p:sp>
        <p:nvSpPr>
          <p:cNvPr id="61780068" name=""/>
          <p:cNvSpPr txBox="1"/>
          <p:nvPr/>
        </p:nvSpPr>
        <p:spPr bwMode="auto">
          <a:xfrm rot="0" flipH="0" flipV="0">
            <a:off x="4276280" y="3004803"/>
            <a:ext cx="310735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b="1">
                <a:solidFill>
                  <a:srgbClr val="0070C0"/>
                </a:solidFill>
              </a:rPr>
              <a:t>e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646736665" name=""/>
          <p:cNvSpPr txBox="1"/>
          <p:nvPr/>
        </p:nvSpPr>
        <p:spPr bwMode="auto">
          <a:xfrm rot="0" flipH="0" flipV="0">
            <a:off x="7669656" y="3051814"/>
            <a:ext cx="297899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z</a:t>
            </a:r>
            <a:endParaRPr/>
          </a:p>
        </p:txBody>
      </p:sp>
      <p:sp>
        <p:nvSpPr>
          <p:cNvPr id="2107160507" name=""/>
          <p:cNvSpPr txBox="1"/>
          <p:nvPr/>
        </p:nvSpPr>
        <p:spPr bwMode="auto">
          <a:xfrm rot="0" flipH="0" flipV="0">
            <a:off x="5427537" y="1291277"/>
            <a:ext cx="297899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x</a:t>
            </a:r>
            <a:endParaRPr/>
          </a:p>
        </p:txBody>
      </p:sp>
      <p:cxnSp>
        <p:nvCxnSpPr>
          <p:cNvPr id="470401254" name=""/>
          <p:cNvCxnSpPr/>
          <p:nvPr/>
        </p:nvCxnSpPr>
        <p:spPr bwMode="auto">
          <a:xfrm rot="10799989" flipH="1" flipV="1">
            <a:off x="4450084" y="3471876"/>
            <a:ext cx="2580459" cy="1504083"/>
          </a:xfrm>
          <a:prstGeom prst="line">
            <a:avLst/>
          </a:prstGeom>
          <a:ln w="6350" cap="flat" cmpd="sng" algn="ctr">
            <a:solidFill>
              <a:srgbClr val="000000"/>
            </a:solidFill>
            <a:prstDash val="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3805748" name=""/>
          <p:cNvCxnSpPr/>
          <p:nvPr/>
        </p:nvCxnSpPr>
        <p:spPr bwMode="auto">
          <a:xfrm flipH="0" flipV="0">
            <a:off x="5044674" y="3381374"/>
            <a:ext cx="297520" cy="594204"/>
          </a:xfrm>
          <a:prstGeom prst="line">
            <a:avLst/>
          </a:prstGeom>
          <a:ln w="19049" cap="flat" cmpd="sng" algn="ctr">
            <a:solidFill>
              <a:srgbClr val="FFC000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9063349" name=""/>
          <p:cNvCxnSpPr/>
          <p:nvPr/>
        </p:nvCxnSpPr>
        <p:spPr bwMode="auto">
          <a:xfrm flipH="0" flipV="1">
            <a:off x="4295812" y="3381374"/>
            <a:ext cx="2080887" cy="0"/>
          </a:xfrm>
          <a:prstGeom prst="line">
            <a:avLst/>
          </a:prstGeom>
          <a:ln w="28575" cap="flat" cmpd="sng" algn="ctr">
            <a:solidFill>
              <a:schemeClr val="accent5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4073424" name=""/>
          <p:cNvCxnSpPr/>
          <p:nvPr/>
        </p:nvCxnSpPr>
        <p:spPr bwMode="auto">
          <a:xfrm flipH="0" flipV="0">
            <a:off x="5342196" y="3975580"/>
            <a:ext cx="310928" cy="1603169"/>
          </a:xfrm>
          <a:prstGeom prst="line">
            <a:avLst/>
          </a:prstGeom>
          <a:ln w="19049" cap="flat" cmpd="sng" algn="ctr">
            <a:solidFill>
              <a:srgbClr val="FFC000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1253324" name="Arc 773505673"/>
          <p:cNvSpPr/>
          <p:nvPr/>
        </p:nvSpPr>
        <p:spPr bwMode="auto">
          <a:xfrm rot="0" flipH="0" flipV="0">
            <a:off x="4608576" y="2926080"/>
            <a:ext cx="914400" cy="914400"/>
          </a:xfrm>
          <a:prstGeom prst="arc">
            <a:avLst>
              <a:gd name="adj1" fmla="val 7501"/>
              <a:gd name="adj2" fmla="val 3876641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904198020" name=""/>
          <p:cNvSpPr txBox="1"/>
          <p:nvPr/>
        </p:nvSpPr>
        <p:spPr bwMode="auto">
          <a:xfrm rot="0" flipH="0" flipV="0">
            <a:off x="5103873" y="3367384"/>
            <a:ext cx="427475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ndale Mono"/>
                <a:ea typeface="Andale Mono"/>
                <a:cs typeface="Andale Mono"/>
              </a:rPr>
              <a:t>θ</a:t>
            </a:r>
            <a:r>
              <a:rPr sz="1400" baseline="-25000">
                <a:latin typeface="Andale Mono"/>
                <a:ea typeface="Andale Mono"/>
                <a:cs typeface="Andale Mono"/>
              </a:rPr>
              <a:t>ch</a:t>
            </a:r>
            <a:endParaRPr sz="1400" baseline="-25000"/>
          </a:p>
        </p:txBody>
      </p:sp>
      <p:sp>
        <p:nvSpPr>
          <p:cNvPr id="1060403882" name="Arc 773505673"/>
          <p:cNvSpPr/>
          <p:nvPr/>
        </p:nvSpPr>
        <p:spPr bwMode="auto">
          <a:xfrm rot="0" flipH="0" flipV="0">
            <a:off x="4855464" y="3511295"/>
            <a:ext cx="914400" cy="914400"/>
          </a:xfrm>
          <a:prstGeom prst="arc">
            <a:avLst>
              <a:gd name="adj1" fmla="val 12682154"/>
              <a:gd name="adj2" fmla="val 14780744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cxnSp>
        <p:nvCxnSpPr>
          <p:cNvPr id="1382759685" name=""/>
          <p:cNvCxnSpPr/>
          <p:nvPr/>
        </p:nvCxnSpPr>
        <p:spPr bwMode="auto">
          <a:xfrm rot="10799989" flipH="1" flipV="1">
            <a:off x="4097781" y="3994629"/>
            <a:ext cx="3216122" cy="0"/>
          </a:xfrm>
          <a:prstGeom prst="line">
            <a:avLst/>
          </a:prstGeom>
          <a:ln w="6350" cap="flat" cmpd="sng" algn="ctr">
            <a:solidFill>
              <a:srgbClr val="000000"/>
            </a:solidFill>
            <a:prstDash val="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0894595" name=""/>
          <p:cNvSpPr txBox="1"/>
          <p:nvPr/>
        </p:nvSpPr>
        <p:spPr bwMode="auto">
          <a:xfrm rot="0" flipH="0" flipV="0">
            <a:off x="4773041" y="3346997"/>
            <a:ext cx="349957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rial"/>
                <a:ea typeface="Arial"/>
                <a:cs typeface="Arial"/>
              </a:rPr>
              <a:t>α</a:t>
            </a:r>
            <a:r>
              <a:rPr sz="1400" baseline="-25000"/>
              <a:t>1</a:t>
            </a:r>
            <a:endParaRPr sz="1400" baseline="-25000"/>
          </a:p>
        </p:txBody>
      </p:sp>
      <p:sp>
        <p:nvSpPr>
          <p:cNvPr id="883073020" name="Arc 773505673"/>
          <p:cNvSpPr/>
          <p:nvPr/>
        </p:nvSpPr>
        <p:spPr bwMode="auto">
          <a:xfrm rot="0" flipH="0" flipV="0">
            <a:off x="4673702" y="3313126"/>
            <a:ext cx="1371599" cy="1371599"/>
          </a:xfrm>
          <a:prstGeom prst="arc">
            <a:avLst>
              <a:gd name="adj1" fmla="val 1834297"/>
              <a:gd name="adj2" fmla="val 4758146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833183050" name=""/>
          <p:cNvSpPr txBox="1"/>
          <p:nvPr/>
        </p:nvSpPr>
        <p:spPr bwMode="auto">
          <a:xfrm rot="0" flipH="0" flipV="0">
            <a:off x="5744309" y="4416408"/>
            <a:ext cx="349957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rial"/>
                <a:ea typeface="Arial"/>
                <a:cs typeface="Arial"/>
              </a:rPr>
              <a:t>α</a:t>
            </a:r>
            <a:r>
              <a:rPr sz="1400" baseline="-25000"/>
              <a:t>2</a:t>
            </a:r>
            <a:endParaRPr sz="1400" baseline="-25000"/>
          </a:p>
        </p:txBody>
      </p:sp>
      <p:sp>
        <p:nvSpPr>
          <p:cNvPr id="1247461929" name="Arc 773505673"/>
          <p:cNvSpPr/>
          <p:nvPr/>
        </p:nvSpPr>
        <p:spPr bwMode="auto">
          <a:xfrm rot="0" flipH="0" flipV="0">
            <a:off x="3337560" y="1563624"/>
            <a:ext cx="3657600" cy="3657600"/>
          </a:xfrm>
          <a:prstGeom prst="arc">
            <a:avLst>
              <a:gd name="adj1" fmla="val 13661"/>
              <a:gd name="adj2" fmla="val 4631771"/>
            </a:avLst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37406250" name=""/>
          <p:cNvSpPr txBox="1"/>
          <p:nvPr/>
        </p:nvSpPr>
        <p:spPr bwMode="auto">
          <a:xfrm rot="0" flipH="0" flipV="0">
            <a:off x="6123336" y="4028043"/>
            <a:ext cx="701835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ndale Mono"/>
                <a:ea typeface="Andale Mono"/>
                <a:cs typeface="Andale Mono"/>
              </a:rPr>
              <a:t>θ</a:t>
            </a:r>
            <a:r>
              <a:rPr sz="1400" baseline="-25000">
                <a:latin typeface="Andale Mono"/>
                <a:ea typeface="Andale Mono"/>
                <a:cs typeface="Andale Mono"/>
              </a:rPr>
              <a:t>ch_vac</a:t>
            </a:r>
            <a:endParaRPr sz="1400" baseline="-25000"/>
          </a:p>
        </p:txBody>
      </p:sp>
      <p:cxnSp>
        <p:nvCxnSpPr>
          <p:cNvPr id="1020444147" name=""/>
          <p:cNvCxnSpPr/>
          <p:nvPr/>
        </p:nvCxnSpPr>
        <p:spPr bwMode="auto">
          <a:xfrm rot="0" flipH="0" flipV="0">
            <a:off x="5358384" y="3995927"/>
            <a:ext cx="1017197" cy="2136413"/>
          </a:xfrm>
          <a:prstGeom prst="line">
            <a:avLst/>
          </a:prstGeom>
          <a:ln w="19049" cap="flat" cmpd="sng" algn="ctr">
            <a:solidFill>
              <a:srgbClr val="7030A0"/>
            </a:solidFill>
            <a:prstDash val="sysDash"/>
            <a:miter lim="800000"/>
            <a:tailEnd type="none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7881512" name=""/>
          <p:cNvSpPr txBox="1"/>
          <p:nvPr/>
        </p:nvSpPr>
        <p:spPr bwMode="auto">
          <a:xfrm rot="18412261" flipH="0" flipV="0">
            <a:off x="6617376" y="4563624"/>
            <a:ext cx="1402994" cy="4270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Andale Mono"/>
                <a:ea typeface="Andale Mono"/>
                <a:cs typeface="Andale Mono"/>
              </a:rPr>
              <a:t>θ</a:t>
            </a:r>
            <a:r>
              <a:rPr sz="1400" baseline="-25000">
                <a:latin typeface="Andale Mono"/>
                <a:ea typeface="Andale Mono"/>
                <a:cs typeface="Andale Mono"/>
              </a:rPr>
              <a:t>obs</a:t>
            </a:r>
            <a:endParaRPr sz="1000">
              <a:latin typeface="Andale Mono"/>
              <a:ea typeface="Andale Mono"/>
              <a:cs typeface="Andale Mono"/>
            </a:endParaRPr>
          </a:p>
          <a:p>
            <a:pPr algn="ctr">
              <a:defRPr/>
            </a:pPr>
            <a:r>
              <a:rPr sz="800">
                <a:latin typeface="Andale Mono"/>
                <a:ea typeface="Andale Mono"/>
                <a:cs typeface="Andale Mono"/>
              </a:rPr>
              <a:t>(detector direction)</a:t>
            </a:r>
            <a:endParaRPr sz="1400"/>
          </a:p>
        </p:txBody>
      </p:sp>
      <p:sp>
        <p:nvSpPr>
          <p:cNvPr id="1674855924" name=""/>
          <p:cNvSpPr txBox="1"/>
          <p:nvPr/>
        </p:nvSpPr>
        <p:spPr bwMode="auto">
          <a:xfrm rot="0" flipH="0" flipV="0">
            <a:off x="714482" y="351068"/>
            <a:ext cx="1085715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Figure 1. </a:t>
            </a:r>
            <a:endParaRPr/>
          </a:p>
        </p:txBody>
      </p:sp>
      <p:cxnSp>
        <p:nvCxnSpPr>
          <p:cNvPr id="1083425762" name=""/>
          <p:cNvCxnSpPr/>
          <p:nvPr/>
        </p:nvCxnSpPr>
        <p:spPr bwMode="auto">
          <a:xfrm flipH="0" flipV="0">
            <a:off x="5799562" y="1842749"/>
            <a:ext cx="577452" cy="339328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1217778" name=""/>
          <p:cNvSpPr txBox="1"/>
          <p:nvPr/>
        </p:nvSpPr>
        <p:spPr bwMode="auto">
          <a:xfrm rot="0" flipH="0" flipV="0">
            <a:off x="5968237" y="1712451"/>
            <a:ext cx="42747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Andale Mono"/>
                <a:ea typeface="Andale Mono"/>
                <a:cs typeface="Andale Mono"/>
              </a:rPr>
              <a:t>L</a:t>
            </a:r>
            <a:r>
              <a:rPr sz="1400" baseline="-25000">
                <a:latin typeface="Andale Mono"/>
                <a:ea typeface="Andale Mono"/>
                <a:cs typeface="Andale Mono"/>
              </a:rPr>
              <a:t>cr</a:t>
            </a:r>
            <a:endParaRPr sz="1400" baseline="-25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2026-03-03T09:37:23Z</dcterms:modified>
</cp:coreProperties>
</file>