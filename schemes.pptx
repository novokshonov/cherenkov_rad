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92634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6362993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8754231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9413791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929470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639344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4163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2482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394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33052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1603306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7904801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992837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233167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8607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7433482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542327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5300431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19804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9852206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4417471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198645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2077772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553433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48537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5819193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8750624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8740626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3997226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2249682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3021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8011998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8653447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57695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5398647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795048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1650829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1715454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222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6917697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9960192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33177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566212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9323716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841401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9394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20662217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3224971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915745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3156805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6448213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215335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907704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9623252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3825986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8651160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8507398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07751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123688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9922707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4408133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0238278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599400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2173984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9585974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1275646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016856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4935006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40940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2445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3960912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7159794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0342955" name="Arc 773505673"/>
          <p:cNvSpPr/>
          <p:nvPr/>
        </p:nvSpPr>
        <p:spPr bwMode="auto">
          <a:xfrm rot="0" flipH="0" flipV="0">
            <a:off x="2904051" y="1170986"/>
            <a:ext cx="4572000" cy="4572000"/>
          </a:xfrm>
          <a:prstGeom prst="arc">
            <a:avLst>
              <a:gd name="adj1" fmla="val 21514483"/>
              <a:gd name="adj2" fmla="val 3939280"/>
            </a:avLst>
          </a:prstGeom>
          <a:ln w="6350" cap="flat" cmpd="sng" algn="ctr">
            <a:solidFill>
              <a:schemeClr val="tx1"/>
            </a:solidFill>
            <a:prstDash val="solid"/>
            <a:miter lim="800000"/>
            <a:headEnd type="triangle" w="med" len="med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cxnSp>
        <p:nvCxnSpPr>
          <p:cNvPr id="2084595294" name=""/>
          <p:cNvCxnSpPr/>
          <p:nvPr/>
        </p:nvCxnSpPr>
        <p:spPr bwMode="auto">
          <a:xfrm rot="0" flipH="0" flipV="1">
            <a:off x="3685032" y="3383280"/>
            <a:ext cx="4024312" cy="0"/>
          </a:xfrm>
          <a:prstGeom prst="line">
            <a:avLst/>
          </a:prstGeom>
          <a:ln w="12699" cap="flat" cmpd="sng" algn="ctr">
            <a:solidFill>
              <a:srgbClr val="000000"/>
            </a:solidFill>
            <a:prstDash val="lgDash"/>
            <a:miter lim="800000"/>
            <a:tailEnd type="stealth" w="sm" len="lg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0340932" name=""/>
          <p:cNvCxnSpPr/>
          <p:nvPr/>
        </p:nvCxnSpPr>
        <p:spPr bwMode="auto">
          <a:xfrm rot="0" flipH="0" flipV="1">
            <a:off x="5697187" y="1589356"/>
            <a:ext cx="0" cy="3403274"/>
          </a:xfrm>
          <a:prstGeom prst="line">
            <a:avLst/>
          </a:prstGeom>
          <a:ln w="12699" cap="flat" cmpd="sng" algn="ctr">
            <a:solidFill>
              <a:srgbClr val="000000"/>
            </a:solidFill>
            <a:prstDash val="lgDash"/>
            <a:miter lim="800000"/>
            <a:tailEnd type="stealth" w="sm" len="lg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5379864" name=""/>
          <p:cNvSpPr/>
          <p:nvPr/>
        </p:nvSpPr>
        <p:spPr bwMode="auto">
          <a:xfrm rot="1800072" flipH="0" flipV="0">
            <a:off x="5058753" y="1471740"/>
            <a:ext cx="685286" cy="3480134"/>
          </a:xfrm>
          <a:prstGeom prst="rect">
            <a:avLst/>
          </a:prstGeom>
          <a:solidFill>
            <a:srgbClr val="92D050">
              <a:alpha val="63999"/>
            </a:srgbClr>
          </a:solidFill>
          <a:ln w="127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73505673" name="Arc 773505673"/>
          <p:cNvSpPr/>
          <p:nvPr/>
        </p:nvSpPr>
        <p:spPr bwMode="auto">
          <a:xfrm rot="0" flipH="0" flipV="0">
            <a:off x="4325587" y="2020823"/>
            <a:ext cx="2743199" cy="2743199"/>
          </a:xfrm>
          <a:prstGeom prst="arc">
            <a:avLst>
              <a:gd name="adj1" fmla="val 5416035"/>
              <a:gd name="adj2" fmla="val 7226048"/>
            </a:avLst>
          </a:prstGeom>
          <a:ln w="6350" cap="flat" cmpd="sng" algn="ctr">
            <a:solidFill>
              <a:schemeClr val="tx1"/>
            </a:solidFill>
            <a:prstDash val="solid"/>
            <a:miter lim="800000"/>
            <a:headEnd type="triangle" w="med" len="med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190941495" name=""/>
          <p:cNvSpPr txBox="1"/>
          <p:nvPr/>
        </p:nvSpPr>
        <p:spPr bwMode="auto">
          <a:xfrm rot="0" flipH="0" flipV="0">
            <a:off x="5000580" y="4637023"/>
            <a:ext cx="427476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Andale Mono"/>
                <a:ea typeface="Andale Mono"/>
                <a:cs typeface="Andale Mono"/>
              </a:rPr>
              <a:t>θ</a:t>
            </a:r>
            <a:r>
              <a:rPr sz="1400" baseline="-25000">
                <a:latin typeface="Andale Mono"/>
                <a:ea typeface="Andale Mono"/>
                <a:cs typeface="Andale Mono"/>
              </a:rPr>
              <a:t>cr</a:t>
            </a:r>
            <a:endParaRPr sz="1400" baseline="-25000"/>
          </a:p>
        </p:txBody>
      </p:sp>
      <p:sp>
        <p:nvSpPr>
          <p:cNvPr id="1801952834" name=""/>
          <p:cNvSpPr txBox="1"/>
          <p:nvPr/>
        </p:nvSpPr>
        <p:spPr bwMode="auto">
          <a:xfrm rot="0" flipH="0" flipV="0">
            <a:off x="4276280" y="3004803"/>
            <a:ext cx="310735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b="1">
                <a:solidFill>
                  <a:srgbClr val="0070C0"/>
                </a:solidFill>
              </a:rPr>
              <a:t>e</a:t>
            </a:r>
            <a:endParaRPr b="1">
              <a:solidFill>
                <a:srgbClr val="0070C0"/>
              </a:solidFill>
            </a:endParaRPr>
          </a:p>
        </p:txBody>
      </p:sp>
      <p:sp>
        <p:nvSpPr>
          <p:cNvPr id="2145748068" name=""/>
          <p:cNvSpPr txBox="1"/>
          <p:nvPr/>
        </p:nvSpPr>
        <p:spPr bwMode="auto">
          <a:xfrm rot="0" flipH="0" flipV="0">
            <a:off x="7669656" y="3051814"/>
            <a:ext cx="297899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z</a:t>
            </a:r>
            <a:endParaRPr/>
          </a:p>
        </p:txBody>
      </p:sp>
      <p:sp>
        <p:nvSpPr>
          <p:cNvPr id="484484635" name=""/>
          <p:cNvSpPr txBox="1"/>
          <p:nvPr/>
        </p:nvSpPr>
        <p:spPr bwMode="auto">
          <a:xfrm rot="0" flipH="0" flipV="0">
            <a:off x="5427537" y="1291277"/>
            <a:ext cx="297899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x</a:t>
            </a:r>
            <a:endParaRPr/>
          </a:p>
        </p:txBody>
      </p:sp>
      <p:cxnSp>
        <p:nvCxnSpPr>
          <p:cNvPr id="714969484" name=""/>
          <p:cNvCxnSpPr/>
          <p:nvPr/>
        </p:nvCxnSpPr>
        <p:spPr bwMode="auto">
          <a:xfrm rot="10799990" flipH="1" flipV="1">
            <a:off x="4450084" y="3471876"/>
            <a:ext cx="2580459" cy="1504083"/>
          </a:xfrm>
          <a:prstGeom prst="line">
            <a:avLst/>
          </a:prstGeom>
          <a:ln w="6350" cap="flat" cmpd="sng" algn="ctr">
            <a:solidFill>
              <a:srgbClr val="000000"/>
            </a:solidFill>
            <a:prstDash val="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2207651" name=""/>
          <p:cNvCxnSpPr/>
          <p:nvPr/>
        </p:nvCxnSpPr>
        <p:spPr bwMode="auto">
          <a:xfrm flipH="0" flipV="0">
            <a:off x="5044675" y="3381374"/>
            <a:ext cx="297520" cy="594204"/>
          </a:xfrm>
          <a:prstGeom prst="line">
            <a:avLst/>
          </a:prstGeom>
          <a:ln w="19049" cap="flat" cmpd="sng" algn="ctr">
            <a:solidFill>
              <a:srgbClr val="FFC000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138713" name=""/>
          <p:cNvCxnSpPr/>
          <p:nvPr/>
        </p:nvCxnSpPr>
        <p:spPr bwMode="auto">
          <a:xfrm flipH="0" flipV="1">
            <a:off x="4295812" y="3381374"/>
            <a:ext cx="2080887" cy="0"/>
          </a:xfrm>
          <a:prstGeom prst="line">
            <a:avLst/>
          </a:prstGeom>
          <a:ln w="28575" cap="flat" cmpd="sng" algn="ctr">
            <a:solidFill>
              <a:schemeClr val="accent5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4846892" name=""/>
          <p:cNvCxnSpPr/>
          <p:nvPr/>
        </p:nvCxnSpPr>
        <p:spPr bwMode="auto">
          <a:xfrm flipH="0" flipV="0">
            <a:off x="5342196" y="3975580"/>
            <a:ext cx="310928" cy="1603169"/>
          </a:xfrm>
          <a:prstGeom prst="line">
            <a:avLst/>
          </a:prstGeom>
          <a:ln w="19049" cap="flat" cmpd="sng" algn="ctr">
            <a:solidFill>
              <a:srgbClr val="FFC000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8871574" name="Arc 773505673"/>
          <p:cNvSpPr/>
          <p:nvPr/>
        </p:nvSpPr>
        <p:spPr bwMode="auto">
          <a:xfrm rot="0" flipH="0" flipV="0">
            <a:off x="4608576" y="2926080"/>
            <a:ext cx="914400" cy="914400"/>
          </a:xfrm>
          <a:prstGeom prst="arc">
            <a:avLst>
              <a:gd name="adj1" fmla="val 7501"/>
              <a:gd name="adj2" fmla="val 3876641"/>
            </a:avLst>
          </a:prstGeom>
          <a:ln w="6350" cap="flat" cmpd="sng" algn="ctr">
            <a:solidFill>
              <a:schemeClr val="tx1"/>
            </a:solidFill>
            <a:prstDash val="solid"/>
            <a:miter lim="800000"/>
            <a:headEnd type="triangle" w="med" len="med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170046454" name=""/>
          <p:cNvSpPr txBox="1"/>
          <p:nvPr/>
        </p:nvSpPr>
        <p:spPr bwMode="auto">
          <a:xfrm rot="0" flipH="0" flipV="0">
            <a:off x="5103873" y="3367384"/>
            <a:ext cx="427476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Andale Mono"/>
                <a:ea typeface="Andale Mono"/>
                <a:cs typeface="Andale Mono"/>
              </a:rPr>
              <a:t>θ</a:t>
            </a:r>
            <a:r>
              <a:rPr sz="1400" baseline="-25000">
                <a:latin typeface="Andale Mono"/>
                <a:ea typeface="Andale Mono"/>
                <a:cs typeface="Andale Mono"/>
              </a:rPr>
              <a:t>ch</a:t>
            </a:r>
            <a:endParaRPr sz="1400" baseline="-25000"/>
          </a:p>
        </p:txBody>
      </p:sp>
      <p:sp>
        <p:nvSpPr>
          <p:cNvPr id="808713162" name="Arc 773505673"/>
          <p:cNvSpPr/>
          <p:nvPr/>
        </p:nvSpPr>
        <p:spPr bwMode="auto">
          <a:xfrm rot="0" flipH="0" flipV="0">
            <a:off x="4855464" y="3511295"/>
            <a:ext cx="914400" cy="914400"/>
          </a:xfrm>
          <a:prstGeom prst="arc">
            <a:avLst>
              <a:gd name="adj1" fmla="val 12682154"/>
              <a:gd name="adj2" fmla="val 14780744"/>
            </a:avLst>
          </a:prstGeom>
          <a:ln w="6350" cap="flat" cmpd="sng" algn="ctr">
            <a:solidFill>
              <a:schemeClr val="tx1"/>
            </a:solidFill>
            <a:prstDash val="solid"/>
            <a:miter lim="800000"/>
            <a:headEnd type="triangle" w="med" len="med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cxnSp>
        <p:nvCxnSpPr>
          <p:cNvPr id="727621078" name=""/>
          <p:cNvCxnSpPr/>
          <p:nvPr/>
        </p:nvCxnSpPr>
        <p:spPr bwMode="auto">
          <a:xfrm rot="10799990" flipH="1" flipV="1">
            <a:off x="4097781" y="3994629"/>
            <a:ext cx="3216122" cy="0"/>
          </a:xfrm>
          <a:prstGeom prst="line">
            <a:avLst/>
          </a:prstGeom>
          <a:ln w="6350" cap="flat" cmpd="sng" algn="ctr">
            <a:solidFill>
              <a:srgbClr val="000000"/>
            </a:solidFill>
            <a:prstDash val="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5497056" name=""/>
          <p:cNvSpPr txBox="1"/>
          <p:nvPr/>
        </p:nvSpPr>
        <p:spPr bwMode="auto">
          <a:xfrm rot="0" flipH="0" flipV="0">
            <a:off x="4773041" y="3346997"/>
            <a:ext cx="349957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Arial"/>
                <a:ea typeface="Arial"/>
                <a:cs typeface="Arial"/>
              </a:rPr>
              <a:t>α</a:t>
            </a:r>
            <a:r>
              <a:rPr sz="1400" baseline="-25000"/>
              <a:t>1</a:t>
            </a:r>
            <a:endParaRPr sz="1400" baseline="-25000"/>
          </a:p>
        </p:txBody>
      </p:sp>
      <p:sp>
        <p:nvSpPr>
          <p:cNvPr id="1894882984" name="Arc 773505673"/>
          <p:cNvSpPr/>
          <p:nvPr/>
        </p:nvSpPr>
        <p:spPr bwMode="auto">
          <a:xfrm rot="0" flipH="0" flipV="0">
            <a:off x="4673702" y="3313126"/>
            <a:ext cx="1371599" cy="1371599"/>
          </a:xfrm>
          <a:prstGeom prst="arc">
            <a:avLst>
              <a:gd name="adj1" fmla="val 1834297"/>
              <a:gd name="adj2" fmla="val 4758146"/>
            </a:avLst>
          </a:prstGeom>
          <a:ln w="6350" cap="flat" cmpd="sng" algn="ctr">
            <a:solidFill>
              <a:schemeClr val="tx1"/>
            </a:solidFill>
            <a:prstDash val="solid"/>
            <a:miter lim="800000"/>
            <a:headEnd type="triangle" w="med" len="med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645186158" name=""/>
          <p:cNvSpPr txBox="1"/>
          <p:nvPr/>
        </p:nvSpPr>
        <p:spPr bwMode="auto">
          <a:xfrm rot="0" flipH="0" flipV="0">
            <a:off x="5744309" y="4416408"/>
            <a:ext cx="349957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Arial"/>
                <a:ea typeface="Arial"/>
                <a:cs typeface="Arial"/>
              </a:rPr>
              <a:t>α</a:t>
            </a:r>
            <a:r>
              <a:rPr sz="1400" baseline="-25000"/>
              <a:t>2</a:t>
            </a:r>
            <a:endParaRPr sz="1400" baseline="-25000"/>
          </a:p>
        </p:txBody>
      </p:sp>
      <p:sp>
        <p:nvSpPr>
          <p:cNvPr id="1780078838" name="Arc 773505673"/>
          <p:cNvSpPr/>
          <p:nvPr/>
        </p:nvSpPr>
        <p:spPr bwMode="auto">
          <a:xfrm rot="0" flipH="0" flipV="0">
            <a:off x="3337560" y="1563624"/>
            <a:ext cx="3657600" cy="3657600"/>
          </a:xfrm>
          <a:prstGeom prst="arc">
            <a:avLst>
              <a:gd name="adj1" fmla="val 13661"/>
              <a:gd name="adj2" fmla="val 4631771"/>
            </a:avLst>
          </a:prstGeom>
          <a:ln w="6350" cap="flat" cmpd="sng" algn="ctr">
            <a:solidFill>
              <a:schemeClr val="tx1"/>
            </a:solidFill>
            <a:prstDash val="solid"/>
            <a:miter lim="800000"/>
            <a:headEnd type="triangle" w="med" len="med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437739030" name=""/>
          <p:cNvSpPr txBox="1"/>
          <p:nvPr/>
        </p:nvSpPr>
        <p:spPr bwMode="auto">
          <a:xfrm rot="0" flipH="0" flipV="0">
            <a:off x="6123336" y="4028043"/>
            <a:ext cx="701835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Andale Mono"/>
                <a:ea typeface="Andale Mono"/>
                <a:cs typeface="Andale Mono"/>
              </a:rPr>
              <a:t>θ</a:t>
            </a:r>
            <a:r>
              <a:rPr sz="1400" baseline="-25000">
                <a:latin typeface="Andale Mono"/>
                <a:ea typeface="Andale Mono"/>
                <a:cs typeface="Andale Mono"/>
              </a:rPr>
              <a:t>ch_vac</a:t>
            </a:r>
            <a:endParaRPr sz="1400" baseline="-25000"/>
          </a:p>
        </p:txBody>
      </p:sp>
      <p:cxnSp>
        <p:nvCxnSpPr>
          <p:cNvPr id="587384037" name=""/>
          <p:cNvCxnSpPr/>
          <p:nvPr/>
        </p:nvCxnSpPr>
        <p:spPr bwMode="auto">
          <a:xfrm rot="0" flipH="0" flipV="0">
            <a:off x="5358384" y="3995927"/>
            <a:ext cx="1017197" cy="2136413"/>
          </a:xfrm>
          <a:prstGeom prst="line">
            <a:avLst/>
          </a:prstGeom>
          <a:ln w="19049" cap="flat" cmpd="sng" algn="ctr">
            <a:solidFill>
              <a:srgbClr val="7030A0"/>
            </a:solidFill>
            <a:prstDash val="sysDash"/>
            <a:miter lim="800000"/>
            <a:tailEnd type="none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1422548" name=""/>
          <p:cNvSpPr txBox="1"/>
          <p:nvPr/>
        </p:nvSpPr>
        <p:spPr bwMode="auto">
          <a:xfrm rot="18412262" flipH="0" flipV="0">
            <a:off x="6617376" y="4563624"/>
            <a:ext cx="1402994" cy="4270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Andale Mono"/>
                <a:ea typeface="Andale Mono"/>
                <a:cs typeface="Andale Mono"/>
              </a:rPr>
              <a:t>θ</a:t>
            </a:r>
            <a:r>
              <a:rPr sz="1400" baseline="-25000">
                <a:latin typeface="Andale Mono"/>
                <a:ea typeface="Andale Mono"/>
                <a:cs typeface="Andale Mono"/>
              </a:rPr>
              <a:t>obs</a:t>
            </a:r>
            <a:endParaRPr sz="1000">
              <a:latin typeface="Andale Mono"/>
              <a:ea typeface="Andale Mono"/>
              <a:cs typeface="Andale Mono"/>
            </a:endParaRPr>
          </a:p>
          <a:p>
            <a:pPr algn="ctr">
              <a:defRPr/>
            </a:pPr>
            <a:r>
              <a:rPr sz="800">
                <a:latin typeface="Andale Mono"/>
                <a:ea typeface="Andale Mono"/>
                <a:cs typeface="Andale Mono"/>
              </a:rPr>
              <a:t>(detector direction)</a:t>
            </a:r>
            <a:endParaRPr sz="1400"/>
          </a:p>
        </p:txBody>
      </p:sp>
      <p:sp>
        <p:nvSpPr>
          <p:cNvPr id="243994422" name=""/>
          <p:cNvSpPr txBox="1"/>
          <p:nvPr/>
        </p:nvSpPr>
        <p:spPr bwMode="auto">
          <a:xfrm rot="0" flipH="0" flipV="0">
            <a:off x="714482" y="351068"/>
            <a:ext cx="1085715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Figure 1.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2026-03-03T09:34:18Z</dcterms:modified>
</cp:coreProperties>
</file>