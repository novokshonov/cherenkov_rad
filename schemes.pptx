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3177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905219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623141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148891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37384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915584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6285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5676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66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88204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640254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1460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452259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59568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8000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5112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150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5781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30939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8151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72454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204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7757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6987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4488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4021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94171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28287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63601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41225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22833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80228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46434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990473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00194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8040764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371125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83744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73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110361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79728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77106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43755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51306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354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86124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00455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18870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06825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60506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25380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67503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32850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744930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59185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13053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7864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3994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283147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91052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10657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54773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37952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33090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83982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07017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93347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28435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81801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64605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5707456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065108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871584" name="Arc 773505673"/>
          <p:cNvSpPr/>
          <p:nvPr/>
        </p:nvSpPr>
        <p:spPr bwMode="auto">
          <a:xfrm rot="0" flipH="0" flipV="0">
            <a:off x="2904051" y="1170986"/>
            <a:ext cx="4572000" cy="4572000"/>
          </a:xfrm>
          <a:prstGeom prst="arc">
            <a:avLst>
              <a:gd name="adj1" fmla="val 21514483"/>
              <a:gd name="adj2" fmla="val 393928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cxnSp>
        <p:nvCxnSpPr>
          <p:cNvPr id="1710201686" name=""/>
          <p:cNvCxnSpPr/>
          <p:nvPr/>
        </p:nvCxnSpPr>
        <p:spPr bwMode="auto">
          <a:xfrm rot="0" flipH="0" flipV="1">
            <a:off x="3685032" y="3383280"/>
            <a:ext cx="4024312" cy="0"/>
          </a:xfrm>
          <a:prstGeom prst="line">
            <a:avLst/>
          </a:prstGeom>
          <a:ln w="12699" cap="flat" cmpd="sng" algn="ctr">
            <a:solidFill>
              <a:srgbClr val="000000"/>
            </a:solidFill>
            <a:prstDash val="lgDash"/>
            <a:miter lim="800000"/>
            <a:tailEnd type="stealth" w="sm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446510" name=""/>
          <p:cNvCxnSpPr/>
          <p:nvPr/>
        </p:nvCxnSpPr>
        <p:spPr bwMode="auto">
          <a:xfrm rot="0" flipH="0" flipV="1">
            <a:off x="5697187" y="1589356"/>
            <a:ext cx="0" cy="3403274"/>
          </a:xfrm>
          <a:prstGeom prst="line">
            <a:avLst/>
          </a:prstGeom>
          <a:ln w="12699" cap="flat" cmpd="sng" algn="ctr">
            <a:solidFill>
              <a:srgbClr val="000000"/>
            </a:solidFill>
            <a:prstDash val="lgDash"/>
            <a:miter lim="800000"/>
            <a:tailEnd type="stealth" w="sm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553251" name=""/>
          <p:cNvSpPr/>
          <p:nvPr/>
        </p:nvSpPr>
        <p:spPr bwMode="auto">
          <a:xfrm rot="1800072" flipH="0" flipV="0">
            <a:off x="5058753" y="1471740"/>
            <a:ext cx="685286" cy="3480134"/>
          </a:xfrm>
          <a:prstGeom prst="rect">
            <a:avLst/>
          </a:prstGeom>
          <a:solidFill>
            <a:srgbClr val="92D050">
              <a:alpha val="63999"/>
            </a:srgbClr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24593" name="Arc 773505673"/>
          <p:cNvSpPr/>
          <p:nvPr/>
        </p:nvSpPr>
        <p:spPr bwMode="auto">
          <a:xfrm rot="0" flipH="0" flipV="0">
            <a:off x="4325587" y="2020823"/>
            <a:ext cx="2743199" cy="2743199"/>
          </a:xfrm>
          <a:prstGeom prst="arc">
            <a:avLst>
              <a:gd name="adj1" fmla="val 5416035"/>
              <a:gd name="adj2" fmla="val 7226048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6889693" name=""/>
          <p:cNvSpPr txBox="1"/>
          <p:nvPr/>
        </p:nvSpPr>
        <p:spPr bwMode="auto">
          <a:xfrm rot="0" flipH="0" flipV="0">
            <a:off x="5000580" y="4637023"/>
            <a:ext cx="427475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Andale Mono"/>
                <a:ea typeface="Andale Mono"/>
                <a:cs typeface="Andale Mono"/>
              </a:rPr>
              <a:t>θ</a:t>
            </a:r>
            <a:r>
              <a:rPr sz="1400" baseline="-25000">
                <a:latin typeface="Andale Mono"/>
                <a:ea typeface="Andale Mono"/>
                <a:cs typeface="Andale Mono"/>
              </a:rPr>
              <a:t>cr</a:t>
            </a:r>
            <a:endParaRPr sz="1400" baseline="-25000"/>
          </a:p>
        </p:txBody>
      </p:sp>
      <p:sp>
        <p:nvSpPr>
          <p:cNvPr id="1028467183" name=""/>
          <p:cNvSpPr txBox="1"/>
          <p:nvPr/>
        </p:nvSpPr>
        <p:spPr bwMode="auto">
          <a:xfrm rot="0" flipH="0" flipV="0">
            <a:off x="4276280" y="3004803"/>
            <a:ext cx="31073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rgbClr val="0070C0"/>
                </a:solidFill>
              </a:rPr>
              <a:t>e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996017704" name=""/>
          <p:cNvSpPr txBox="1"/>
          <p:nvPr/>
        </p:nvSpPr>
        <p:spPr bwMode="auto">
          <a:xfrm rot="0" flipH="0" flipV="0">
            <a:off x="7669656" y="3051814"/>
            <a:ext cx="2978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z</a:t>
            </a:r>
            <a:endParaRPr/>
          </a:p>
        </p:txBody>
      </p:sp>
      <p:sp>
        <p:nvSpPr>
          <p:cNvPr id="1006015147" name=""/>
          <p:cNvSpPr txBox="1"/>
          <p:nvPr/>
        </p:nvSpPr>
        <p:spPr bwMode="auto">
          <a:xfrm rot="0" flipH="0" flipV="0">
            <a:off x="5427537" y="1291277"/>
            <a:ext cx="2978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x</a:t>
            </a:r>
            <a:endParaRPr/>
          </a:p>
        </p:txBody>
      </p:sp>
      <p:cxnSp>
        <p:nvCxnSpPr>
          <p:cNvPr id="122567219" name=""/>
          <p:cNvCxnSpPr/>
          <p:nvPr/>
        </p:nvCxnSpPr>
        <p:spPr bwMode="auto">
          <a:xfrm rot="10799989" flipH="1" flipV="1">
            <a:off x="4450084" y="3471876"/>
            <a:ext cx="2580459" cy="150408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228398" name=""/>
          <p:cNvCxnSpPr/>
          <p:nvPr/>
        </p:nvCxnSpPr>
        <p:spPr bwMode="auto">
          <a:xfrm flipH="0" flipV="0">
            <a:off x="5044674" y="3381374"/>
            <a:ext cx="297520" cy="594204"/>
          </a:xfrm>
          <a:prstGeom prst="line">
            <a:avLst/>
          </a:prstGeom>
          <a:ln w="19049" cap="flat" cmpd="sng" algn="ctr">
            <a:solidFill>
              <a:srgbClr val="FFC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228677" name=""/>
          <p:cNvCxnSpPr/>
          <p:nvPr/>
        </p:nvCxnSpPr>
        <p:spPr bwMode="auto">
          <a:xfrm flipH="0" flipV="1">
            <a:off x="4295812" y="3381374"/>
            <a:ext cx="2080887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219498" name=""/>
          <p:cNvCxnSpPr/>
          <p:nvPr/>
        </p:nvCxnSpPr>
        <p:spPr bwMode="auto">
          <a:xfrm flipH="0" flipV="0">
            <a:off x="5342196" y="3975580"/>
            <a:ext cx="310928" cy="1603169"/>
          </a:xfrm>
          <a:prstGeom prst="line">
            <a:avLst/>
          </a:prstGeom>
          <a:ln w="19049" cap="flat" cmpd="sng" algn="ctr">
            <a:solidFill>
              <a:srgbClr val="FFC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52535" name="Arc 773505673"/>
          <p:cNvSpPr/>
          <p:nvPr/>
        </p:nvSpPr>
        <p:spPr bwMode="auto">
          <a:xfrm rot="0" flipH="0" flipV="0">
            <a:off x="4608576" y="2926080"/>
            <a:ext cx="914400" cy="914400"/>
          </a:xfrm>
          <a:prstGeom prst="arc">
            <a:avLst>
              <a:gd name="adj1" fmla="val 7501"/>
              <a:gd name="adj2" fmla="val 3876641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9661463" name=""/>
          <p:cNvSpPr txBox="1"/>
          <p:nvPr/>
        </p:nvSpPr>
        <p:spPr bwMode="auto">
          <a:xfrm rot="0" flipH="0" flipV="0">
            <a:off x="5103873" y="3367384"/>
            <a:ext cx="427475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Andale Mono"/>
                <a:ea typeface="Andale Mono"/>
                <a:cs typeface="Andale Mono"/>
              </a:rPr>
              <a:t>θ</a:t>
            </a:r>
            <a:r>
              <a:rPr sz="1400" baseline="-25000">
                <a:latin typeface="Andale Mono"/>
                <a:ea typeface="Andale Mono"/>
                <a:cs typeface="Andale Mono"/>
              </a:rPr>
              <a:t>ch</a:t>
            </a:r>
            <a:endParaRPr sz="1400" baseline="-25000"/>
          </a:p>
        </p:txBody>
      </p:sp>
      <p:sp>
        <p:nvSpPr>
          <p:cNvPr id="1126254101" name="Arc 773505673"/>
          <p:cNvSpPr/>
          <p:nvPr/>
        </p:nvSpPr>
        <p:spPr bwMode="auto">
          <a:xfrm rot="0" flipH="0" flipV="0">
            <a:off x="4855464" y="3511295"/>
            <a:ext cx="914400" cy="914400"/>
          </a:xfrm>
          <a:prstGeom prst="arc">
            <a:avLst>
              <a:gd name="adj1" fmla="val 12682154"/>
              <a:gd name="adj2" fmla="val 14780744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748751447" name=""/>
          <p:cNvCxnSpPr/>
          <p:nvPr/>
        </p:nvCxnSpPr>
        <p:spPr bwMode="auto">
          <a:xfrm rot="10799989" flipH="1" flipV="1">
            <a:off x="4097781" y="3994629"/>
            <a:ext cx="3216122" cy="0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8867495" name=""/>
          <p:cNvSpPr txBox="1"/>
          <p:nvPr/>
        </p:nvSpPr>
        <p:spPr bwMode="auto">
          <a:xfrm rot="0" flipH="0" flipV="0">
            <a:off x="4773041" y="3346997"/>
            <a:ext cx="349957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Arial"/>
                <a:ea typeface="Arial"/>
                <a:cs typeface="Arial"/>
              </a:rPr>
              <a:t>α</a:t>
            </a:r>
            <a:r>
              <a:rPr sz="1400" baseline="-25000"/>
              <a:t>1</a:t>
            </a:r>
            <a:endParaRPr sz="1400" baseline="-25000"/>
          </a:p>
        </p:txBody>
      </p:sp>
      <p:sp>
        <p:nvSpPr>
          <p:cNvPr id="1400548818" name="Arc 773505673"/>
          <p:cNvSpPr/>
          <p:nvPr/>
        </p:nvSpPr>
        <p:spPr bwMode="auto">
          <a:xfrm rot="0" flipH="0" flipV="0">
            <a:off x="4673702" y="3313126"/>
            <a:ext cx="1371599" cy="1371599"/>
          </a:xfrm>
          <a:prstGeom prst="arc">
            <a:avLst>
              <a:gd name="adj1" fmla="val 1834297"/>
              <a:gd name="adj2" fmla="val 4758146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8031020" name=""/>
          <p:cNvSpPr txBox="1"/>
          <p:nvPr/>
        </p:nvSpPr>
        <p:spPr bwMode="auto">
          <a:xfrm rot="0" flipH="0" flipV="0">
            <a:off x="5744309" y="4416408"/>
            <a:ext cx="349957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Arial"/>
                <a:ea typeface="Arial"/>
                <a:cs typeface="Arial"/>
              </a:rPr>
              <a:t>α</a:t>
            </a:r>
            <a:r>
              <a:rPr sz="1400" baseline="-25000"/>
              <a:t>2</a:t>
            </a:r>
            <a:endParaRPr sz="1400" baseline="-25000"/>
          </a:p>
        </p:txBody>
      </p:sp>
      <p:sp>
        <p:nvSpPr>
          <p:cNvPr id="825910587" name="Arc 773505673"/>
          <p:cNvSpPr/>
          <p:nvPr/>
        </p:nvSpPr>
        <p:spPr bwMode="auto">
          <a:xfrm rot="0" flipH="0" flipV="0">
            <a:off x="3337560" y="1563624"/>
            <a:ext cx="3657600" cy="3657600"/>
          </a:xfrm>
          <a:prstGeom prst="arc">
            <a:avLst>
              <a:gd name="adj1" fmla="val 13661"/>
              <a:gd name="adj2" fmla="val 4631771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09400583" name=""/>
          <p:cNvSpPr txBox="1"/>
          <p:nvPr/>
        </p:nvSpPr>
        <p:spPr bwMode="auto">
          <a:xfrm rot="0" flipH="0" flipV="0">
            <a:off x="6123336" y="4028043"/>
            <a:ext cx="701835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Andale Mono"/>
                <a:ea typeface="Andale Mono"/>
                <a:cs typeface="Andale Mono"/>
              </a:rPr>
              <a:t>θ</a:t>
            </a:r>
            <a:r>
              <a:rPr sz="1400" baseline="-25000">
                <a:latin typeface="Andale Mono"/>
                <a:ea typeface="Andale Mono"/>
                <a:cs typeface="Andale Mono"/>
              </a:rPr>
              <a:t>ch_vac</a:t>
            </a:r>
            <a:endParaRPr sz="1400" baseline="-25000"/>
          </a:p>
        </p:txBody>
      </p:sp>
      <p:cxnSp>
        <p:nvCxnSpPr>
          <p:cNvPr id="345038318" name=""/>
          <p:cNvCxnSpPr/>
          <p:nvPr/>
        </p:nvCxnSpPr>
        <p:spPr bwMode="auto">
          <a:xfrm rot="0" flipH="0" flipV="0">
            <a:off x="5358384" y="3995927"/>
            <a:ext cx="1017197" cy="2136413"/>
          </a:xfrm>
          <a:prstGeom prst="line">
            <a:avLst/>
          </a:prstGeom>
          <a:ln w="19049" cap="flat" cmpd="sng" algn="ctr">
            <a:solidFill>
              <a:srgbClr val="7030A0"/>
            </a:solidFill>
            <a:prstDash val="sysDash"/>
            <a:miter lim="800000"/>
            <a:tailEnd type="none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0258720" name=""/>
          <p:cNvSpPr txBox="1"/>
          <p:nvPr/>
        </p:nvSpPr>
        <p:spPr bwMode="auto">
          <a:xfrm rot="18412260" flipH="0" flipV="0">
            <a:off x="6617376" y="4563624"/>
            <a:ext cx="1402994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Andale Mono"/>
                <a:ea typeface="Andale Mono"/>
                <a:cs typeface="Andale Mono"/>
              </a:rPr>
              <a:t>θ</a:t>
            </a:r>
            <a:r>
              <a:rPr sz="1400" baseline="-25000">
                <a:latin typeface="Andale Mono"/>
                <a:ea typeface="Andale Mono"/>
                <a:cs typeface="Andale Mono"/>
              </a:rPr>
              <a:t>obs</a:t>
            </a:r>
            <a:endParaRPr sz="1000">
              <a:latin typeface="Andale Mono"/>
              <a:ea typeface="Andale Mono"/>
              <a:cs typeface="Andale Mono"/>
            </a:endParaRPr>
          </a:p>
          <a:p>
            <a:pPr algn="ctr">
              <a:defRPr/>
            </a:pPr>
            <a:r>
              <a:rPr sz="800">
                <a:latin typeface="Andale Mono"/>
                <a:ea typeface="Andale Mono"/>
                <a:cs typeface="Andale Mono"/>
              </a:rPr>
              <a:t>(detector direction)</a:t>
            </a:r>
            <a:endParaRPr sz="1400"/>
          </a:p>
        </p:txBody>
      </p:sp>
      <p:sp>
        <p:nvSpPr>
          <p:cNvPr id="386541583" name=""/>
          <p:cNvSpPr txBox="1"/>
          <p:nvPr/>
        </p:nvSpPr>
        <p:spPr bwMode="auto">
          <a:xfrm rot="0" flipH="0" flipV="0">
            <a:off x="714482" y="351068"/>
            <a:ext cx="108571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Figure 1. </a:t>
            </a:r>
            <a:endParaRPr/>
          </a:p>
        </p:txBody>
      </p:sp>
      <p:cxnSp>
        <p:nvCxnSpPr>
          <p:cNvPr id="1276816065" name=""/>
          <p:cNvCxnSpPr/>
          <p:nvPr/>
        </p:nvCxnSpPr>
        <p:spPr bwMode="auto">
          <a:xfrm flipH="0" flipV="0">
            <a:off x="5799562" y="1842748"/>
            <a:ext cx="577452" cy="33932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5415058" name=""/>
          <p:cNvSpPr txBox="1"/>
          <p:nvPr/>
        </p:nvSpPr>
        <p:spPr bwMode="auto">
          <a:xfrm rot="0" flipH="0" flipV="0">
            <a:off x="5968237" y="1712451"/>
            <a:ext cx="427475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Andale Mono"/>
                <a:ea typeface="Andale Mono"/>
                <a:cs typeface="Andale Mono"/>
              </a:rPr>
              <a:t>L</a:t>
            </a:r>
            <a:r>
              <a:rPr sz="1400" baseline="-25000">
                <a:latin typeface="Andale Mono"/>
                <a:ea typeface="Andale Mono"/>
                <a:cs typeface="Andale Mono"/>
              </a:rPr>
              <a:t>cr</a:t>
            </a:r>
            <a:endParaRPr sz="1400" baseline="-25000"/>
          </a:p>
        </p:txBody>
      </p:sp>
      <p:sp>
        <p:nvSpPr>
          <p:cNvPr id="395438155" name=""/>
          <p:cNvSpPr txBox="1"/>
          <p:nvPr/>
        </p:nvSpPr>
        <p:spPr bwMode="auto">
          <a:xfrm rot="0" flipH="0" flipV="0">
            <a:off x="5828110" y="2404723"/>
            <a:ext cx="353863" cy="307141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1">
                <a:solidFill>
                  <a:srgbClr val="00B050"/>
                </a:solidFill>
                <a:latin typeface="Andale Mono"/>
                <a:ea typeface="Andale Mono"/>
                <a:cs typeface="Andale Mono"/>
              </a:rPr>
              <a:t>n</a:t>
            </a:r>
            <a:r>
              <a:rPr sz="1400" b="1" baseline="-25000">
                <a:solidFill>
                  <a:srgbClr val="00B050"/>
                </a:solidFill>
              </a:rPr>
              <a:t>1</a:t>
            </a:r>
            <a:endParaRPr sz="1400" b="1" baseline="-25000">
              <a:solidFill>
                <a:srgbClr val="00B050"/>
              </a:solidFill>
            </a:endParaRPr>
          </a:p>
        </p:txBody>
      </p:sp>
      <p:sp>
        <p:nvSpPr>
          <p:cNvPr id="1102039886" name=""/>
          <p:cNvSpPr txBox="1"/>
          <p:nvPr/>
        </p:nvSpPr>
        <p:spPr bwMode="auto">
          <a:xfrm rot="0" flipH="0" flipV="0">
            <a:off x="6123385" y="2557123"/>
            <a:ext cx="353863" cy="307141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1">
                <a:solidFill>
                  <a:schemeClr val="tx1"/>
                </a:solidFill>
                <a:latin typeface="Andale Mono"/>
                <a:ea typeface="Andale Mono"/>
                <a:cs typeface="Andale Mono"/>
              </a:rPr>
              <a:t>n</a:t>
            </a:r>
            <a:r>
              <a:rPr sz="1400" b="1" baseline="-25000">
                <a:solidFill>
                  <a:schemeClr val="tx1"/>
                </a:solidFill>
              </a:rPr>
              <a:t>2</a:t>
            </a:r>
            <a:endParaRPr sz="1400" b="1" baseline="-25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2026-03-03T11:49:37Z</dcterms:modified>
</cp:coreProperties>
</file>